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Yumuşak Doku Hastalıkları</a:t>
            </a:r>
          </a:p>
          <a:p/>
          <a:p>
            <a:r>
              <a:t>Günaydın. Bugün iki ders arka arkaya: önce ağzın yumuşak doku hastalıkları, sonra tükürük bezleri. Sağdaki görüntü bir schwannom; dersin ortasında mikroskopta tanıyacaksınız. Karekod perdede: okutun; hesap yok, uygulama yok. Takma ad isterseniz yazın; dersin sonunda liderlik tablosu var, doğru ve hızlı olan kazanıyor. Herkes girince → ile vakaya geçiyoruz. (L: katılım ekranını gizle/göster.)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dil sırtında nodül</a:t>
            </a:r>
          </a:p>
          <a:p/>
          <a:p>
            <a:r>
              <a:t>Hastamız 42 yaşında bir kadın. Dil sırtında bir santimetrelik, sert, sarımsı bir nodül var; bir yıldır yavaş büyüyor ve ağrımıyor. Üstündeki mukoza sağlam, travma öyküsü yok, sigara içmiyor. Fotoğrafa bakın ve tahmininizi girin; şıklar telefonunuzda açık. Cevabı dersin sonunda açacağım, sonraki slaytta yalnız dağılımı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tahminin ne?</a:t>
            </a:r>
          </a:p>
          <a:p/>
          <a:p>
            <a:r>
              <a:t>Sonuçları gösteriyorum ama yorum yapmıyorum. Şıklardan biri kötü huylu, dördü iyi huylu ya da reaktif. Bu dağılımın fotoğrafını çekin; dersin sonunda biyopsi sonucuyla birlikte aynı soruyu yeniden soracağım.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Dersin planı: üç grup</a:t>
            </a:r>
          </a:p>
          <a:p/>
          <a:p>
            <a:r>
              <a:t>Ders fakültemizin resmi slaytıyla aynı sırada ilerliyor: üç grup. Birincisi neoplastik olmayan kitleler; tümör gibi görünürler ama gerçek tümör değildirler. İkincisi iyi huylu tümörler; köken aldıkları dokuya göre sıraladım: lif, yağ, sinir, damar, kas. Üçüncüsü sarkomlar, yani yumuşak dokunun kötü huylu tümörleri. Her hastalıkta aynı dört soruyu soracağız: hangi dokudan köken alıyor, kaç yaşında görülüyor, ağızda en sık nerede, mikroskopta ne görülüyor. Rakamlar Neville 5. baskıdan; resmi slaytla Neville'in ayrıldığı yerleri ayrıca söyleyeceğim.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Hamartom ve koristom</a:t>
            </a:r>
          </a:p>
          <a:p/>
          <a:p>
            <a:r>
              <a:t>İki tanım, sınavda sık karıştırılır. Hamartom: o bölgede normalde bulunan dokuların düzensiz büyümesi; tümör gibi sürekli büyümez. Ağızdaki örneği leiomiyomatöz hamartom: üst ön diş etinde insiziv papilla bölgesinde ya da dil sırtının orta hattında küçük bir kabarıklık; doğumda varsa konjenital epulis sanılabilir. Koristom: normal doku ama olmaması gereken bir yerde. Ağızda en sık kemik ve kıkırdak koristomu görülür; Neville'e göre bunların yüzde 85'i dilde, çoğu dil kökünde foramen çekum çevresinde. Hasta öğürme ya da yutma güçlüğünden yakınabilir. Eksizyon yeterli, nüks bildirilmemiş.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Çocukta iki fibröz lezyon; keloid</a:t>
            </a:r>
          </a:p>
          <a:p/>
          <a:p>
            <a:r>
              <a:t>Üç lezyon, resmi slaytımızda var ama Neville'de ayrı başlık olarak yok; bu yüzden fotoğraf koymadım, bilgiler resmi slayttan. Juvenil hiyalen fibromatozis otozomal resesif bir hastalık; 2 ile 5 yaş arasında başlar, baş-boyunda nodüller yapar ve ağızda en sık bulgu diş eti büyümesidir. Mikroskopta hücreden fakir, camsı bir matriks görürüz; PAS ve Alcian mavisi ile boyanır. Fibromatozis colli yenidoğanda sternokleidomastoid kasın alt bölümünde şişlik; zor doğumla ilişkili bir onarım süreci, gerçek tümör değil. Kas kısalınca baş o tarafa eğilir; fizik tedaviyle düzelir. Keloid ve hipertrofik skar: hipertrofik skar yaranın sınırında kalır, keloid sınırı aşar ve çıkarılınca sık nükseder.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Nodüler fasiitis: hızlı büyür ama iyi huyludur</a:t>
            </a:r>
          </a:p>
          <a:p/>
          <a:p>
            <a:r>
              <a:t>Nodüler fasiitis bu grubun en önemli lezyonu, çünkü sarkomla karışır. Genç erişkinde birkaç haftada hızla büyüyen, çoğu 3 santimetreden küçük, sıklıkla ağrılı bir kitle. Mikroskopta iğsi ve yıldızsı fibroblastlar düzensiz demetler yapar; mitoz bol olabilir. Sarkomdan ayıran: atipik mitoz yok, hücrelerde pleomorfizm yok; zeminde ekstravaze eritrositler ve iltihap hücreleri var. Resmi slaytımız bunu neoplastik olmayan grupta sayıyor; WHO 2022 ise USP6 geninde yeniden düzenleme bulunduğu için kendiliğinden geçen bir neoplazi diyor. Tedavi açısından fark yok: yerel eksizyon yeterli, nüks nadir. Şimdi telefon: bir biyopsi raporu okuyacaksınız.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Patolog gibi düşün</a:t>
            </a:r>
          </a:p>
          <a:p/>
          <a:p>
            <a:r>
              <a:t>Rapor geldi. Ne dersiniz, ne yaparsınız? (Sonuç.) Doğru B: nodüler fasiitis, yerel eksizyon yeterli. Hızlı büyüme ve bol mitoz sizi sarkoma götürebilir; ama atipik mitoz yok, pleomorfizm yok ve ekstravaze eritrositler var. Bu hastaya geniş rezeksiyon yapmak en büyük hata olur.</a:t>
            </a:r>
          </a:p>
          <a:p/>
          <a:p>
            <a:r>
              <a:t>Doğru cevap: B) Nodüler fasiitis; yerel eksizyon yeterli. Hızlı büyüme ve bol mitoz sarkomu düşündürür, ama atipik mitoz ve pleomorfizm yok; gevşek zemin ve ekstravaze eritrositler nodüler fasiitisin tipik bulguları. Yerel eksizyon yeterli, nüks nadir. Bu tabloyu sarkom sanıp hastaya geniş rezeksiyon yapmak en büyük hata olur.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Oral fokal müsinozis ve travmatik nöroma</a:t>
            </a:r>
          </a:p>
          <a:p/>
          <a:p>
            <a:r>
              <a:t>Bu grubun son iki lezyonu. Oral fokal müsinozis derinin fokal müsinozisinin ağızdaki karşılığı: genç erişkinde, kadında iki kat sık, yarıdan fazlası diş etinde. Üstündeki mukoza normal renkte. Mikroskopta iyi sınırlı, gevşek, miksoid bir alan; içindeki hiyalüronik asit Alcian mavisiyle boyanır. Nüks etmez. Travmatik nöroma kesilen bir sinirin düzensiz iyileşmesi: akson, Schwann hücresi ve fibroblastlardan oluşan bir skar. En sık mental foramen bölgesinde, dilde ve alt dudakta; hastada diş çekimi ya da cerrahi öyküsü vardır. Resmi slayt ağrılı der; Neville'e göre ancak dörtte biri ile üçte biri ağrılı. Mental sinirdekiler protez bastırınca ağrır. Tedavi sinirin proksimal ucuyla birlikte eksizyon. Sırada iyi huylu tümörler.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Lif ve histiyosit kökenli iyi huylu tümörler</a:t>
            </a:r>
          </a:p>
          <a:p/>
          <a:p>
            <a:r>
              <a:t>İkinci grup, iyi huylu tümörler; önce lif ve histiyosit kökenliler. Fibröz histiyositom deride dermatofibrom adıyla sık, ağızda nadir; mikroskopta iğsi hücreler girdap gibi dizilir, buna storiform desen diyoruz. Fibromatozis, desmoid tip: iyi huylu ama lokal agresif; sınırları düzensiz olduğu için tam çıkarmak zor ve yaklaşık üçte birinde nükseder, metastaz yapmaz. Resmi slayt 'gingival fibromatozis' diyor; kalıtsal diş eti büyümesiyle karıştırmayın, burada kastedilen diş etine yerleşen desmoid tip fibromatozis. Miyofibrom genç hastada, ağızda en sık alt çenede; bebeklerde çok odaklı formu var. Soliter fibröz tümör: eskiden hemanjiyoperisitom denen tümörlerin çoğu bu; geyik boynuzu gibi dallanan damarlar ve STAT6 pozitifliği tanı koydurur.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Lipom</a:t>
            </a:r>
          </a:p>
          <a:p/>
          <a:p>
            <a:r>
              <a:t>Lipom, yağ dokusunun iyi huylu tümörü. Ağızda beklenenden az: ağız-çene tümörlerinin yüzde 1 ila 4'ü. Yumuşak, sarımsı, ağrısız bir nodül; çoğu 40 yaşın üstünde. Resmi slayt en sık yeri dil olarak sıralıyor; Neville'e göre yanak ve vestibül olguların yaklaşık yarısını oluşturuyor. Mikroskopta ince bir kapsülle çevrili olgun yağ dokusu görürüz. Tiplerinden en sık fibrolipom; iğsi hücreli lipom CD34 pozitif. Hücrelerde atipi görürsek MDM2 ve CDK4 boyalarıyla iyi diferansiye liposarkomu dışlarız; buna sarkomlar bölümünde döneceğiz.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Palizatlı kapsüllü nöroma ve schwannom</a:t>
            </a:r>
          </a:p>
          <a:p/>
          <a:p>
            <a:r>
              <a:t>Sinir kökenli tümörlere geçiyoruz. Palizatlı kapsüllü nöroma küçük, ağrısız, kapsüllü bir nodül; çoğu yüzde, ağızda sert damakta ve diş etinde. Travmatik nöromadan farkı: travma öyküsü yok. NF ve MEN 2B ile ilişkisi yok. Schwannom Schwann hücresinden köken alan kapsüllü bir tümör; ağızda en sık dilde. Mikroskopta iki alan var: Antoni A'da hücre çekirdekleri sıra sıra dizilir, buna palizat diyoruz; iki sıra çekirdek arasındaki pembe alana Verocay cisimciği denir. Antoni B gevşek ve miksoiddir. S100 yaygın pozitiftir; kötü huylu dönüşüm neredeyse hiç olmaz.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Nörofibrom ve nörofibromatozis tip 1</a:t>
            </a:r>
          </a:p>
          <a:p/>
          <a:p>
            <a:r>
              <a:t>Nörofibrom periferik sinir kılıfının en sık tümörü. Schwannomdan farkları: kapsülü yok, sinirle iç içe büyür, mikroskopta dalgalı çekirdekli iğsi hücreler ve aralarda mast hücreleri görülür. Tek başına olabilir; ama bir nörofibrom gördüğünüzde hastayı nörofibromatozis tip 1 için muayene edin. NF1 otozomal dominant; deride café-au-lait lekeleri, koltuk altında çillenme, gözde Lisch nodülleri. Pleksiform nörofibrom tek başına tanı koydurur. Hastaların yüzde 8 ila 13'ünde malign periferik sinir kılıfı tümörü gelişir; bu yüzden büyüyen ya da ağrıyan bir nörofibrom beklemez. Sağda bir not: dil ucunda ve dudaklarda çok sayıda küçük nöroma MEN 2B'yi düşündürür; bu hastaların hepsinde medüller tiroid karsinomu gelişir. Resmi slaytta yok, ama Neville'de önemli bir konu.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mikroskop görüntüsü: hangisi schwannom?</a:t>
            </a:r>
          </a:p>
          <a:p/>
          <a:p>
            <a:r>
              <a:t>Dört mikroskop görüntüsü. Hangisi schwannom? (Sonuç.) Doğru B: çekirdeklerin sıra sıra dizildiği Antoni A alanı. A nörofibrom: dalgalı çekirdekli, düzensiz iğsi hücreler. C leiomiyom: küt uçlu çekirdekli düz kas demetleri. D oral fokal müsinozis: gevşek, miksoid bağ dokusu.</a:t>
            </a:r>
          </a:p>
          <a:p/>
          <a:p>
            <a:r>
              <a:t>Doğru cevap: B. B: Antoni A alanı; iğsi hücrelerin çekirdekleri sıra sıra dizilir (palizat), aralarındaki pembe alanlar Verocay cisimcikleri. A nörofibrom (dalgalı çekirdekli, düzensiz iğsi hücreler), C leiomiyom (küt uçlu çekirdekli düz kas demetleri), D oral fokal müsinozis (gevşek, miksoid bağ dokusu).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Granüler hücreli tümör ve konjenital epulis</a:t>
            </a:r>
          </a:p>
          <a:p/>
          <a:p>
            <a:r>
              <a:t>Granüler hücreli tümör: hücreler iri, poligonal ve sitoplazmaları ince pembe granüllerle dolu; PAS ve S100 pozitif, yani Schwann hücresi özellikleri taşıyor. Vücutta en sık ağızda ve deride görülür; ağızda olguların üçte biri ile yarısı dil sırtında. Kadında üç kat sık, çoğu 40 ile 60 yaş arasında. Önemli bir ayrıntı: olguların yarısına kadarında üstteki epitel aşağı doğru uzanan dallar yapar; buna psödoepitelyomatöz hiperplazi diyoruz. Yenidoğandaki benzeri konjenital epulis: doğumda alveol kretinde polipoid bir kitle, yaklaşık yüzde 90'ı kız bebek. Hücreleri benzer ama S100 negatif, yüzeyde hiperplazi yok, reteler incelmiş. Nüksetmez, hatta kendiliğinden küçülebilir.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İlk DUS sorusu, Neville'in kitap sonundaki örnek sınav sorularından. 30 saniye. (Sonuç.) Konjenital epulis: yaklaşık yüzde 90'ı kız bebek. Granüler hücreli tümör de kadında sık, ama oran üçe bir.</a:t>
            </a:r>
          </a:p>
          <a:p/>
          <a:p>
            <a:r>
              <a:t>Doğru cevap: A) Konjenital epulis. Konjenital epulisin yaklaşık %90'ı kız bebeklerde görülür (WHO: K:E 7,7:1). Granüler hücreli tümör de kadında sıktır (3:1), ama bu kadar belirgin değil.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İkinci soru. (Sonuç.) Nörofibromatozis tip 1. Lisch nodülleri irisin pigmentli hamartomları; NF1 hastalarının neredeyse hepsinde var. Sırada damar kökenli tümörler.</a:t>
            </a:r>
          </a:p>
          <a:p/>
          <a:p>
            <a:r>
              <a:t>Doğru cevap: D) Nörofibromatozis tip 1. Lisch nodülleri irisin pigmentli hamartomlarıdır; NF1 hastalarının neredeyse hepsinde bulunur.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Hemanjiyom mu, vasküler malformasyon mu?</a:t>
            </a:r>
          </a:p>
          <a:p/>
          <a:p>
            <a:r>
              <a:t>Damar lezyonlarında iki ayrı grup var; ISSVA sınıflaması bunları ayırır. Hemanjiyom bir tümör: çoğu doğumda yoktur, ilk haftalarda çıkar, hızla büyür, sonra geriler; yarısı beş yaşında, yüzde 90'ı dokuz yaşında kaybolur. GLUT1 pozitiftir; çoğunu bekleriz, gerekirse propranolol veririz. Malformasyon ise damar yapısının gelişim bozukluğu: doğumda vardır, çocukla birlikte büyür ve gerilemez; GLUT1 negatif. Venöz malformasyon mor-mavidir ve bastırınca kolayca söner. Neville'den pratik uyarı: tanısı konmamış kemik içi bir lezyonda biyopsiden önce iğneyle aspirasyon yapın; malformasyonun yanında diş çekiminden sonra ölümcül kanamalar bildirildi.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Lenfanjiyom ve nazofarengeal anjiyofibrom</a:t>
            </a:r>
          </a:p>
          <a:p/>
          <a:p>
            <a:r>
              <a:t>İki damar lezyonu daha. Lenfanjiyom, Neville'in yeni baskısında lenfatik malformasyon adıyla geçiyor; WHO hâlâ lenfanjiyom diyor, ikisini de bilin. Yarısı doğumda vardır, yüzde 90'ı iki yaşına kadar ortaya çıkar. Ağızda en sık dilin ön üçte ikisinde; yüzey küçük, saydam kabarcıklarla kaplıdır ve dil büyür. Boyundaki büyük kistli formuna kistik higroma deniyor; yenidoğanda havayolunu tıkayabilir. Nazofarengeal anjiyofibrom neredeyse yalnız ergen erkeklerde görülür: burun tıkanıklığı ve tekrarlayan burun kanaması. Hücreleri androjen reseptörü taşır. Damar duvarlarında kas tabakası eksik ve elastik lif yok; bu yüzden ameliyatta çok kanar ve önce embolizasyon yapılır. WHO 2022'deki adı sinonazal anjiyofibrom.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Kas kökenli iyi huylu tümörler ve diğerleri</a:t>
            </a:r>
          </a:p>
          <a:p/>
          <a:p>
            <a:r>
              <a:t>İyi huylu tümörlerin sonuncusu kas. Leiomiyom düz kas tümörü; ağızda nadir ve çoğu damar duvarındaki düz kastan köken alır: dörtte üçü anjiyomiyom. Dudak, dil, damak ve yanakta görülür; anjiyomiyom ağrılı olabilir. Mikroskopta küt uçlu, puro biçimli çekirdekler ve SMA pozitifliği. Rabdomiyom çizgili kas tümörü: erişkin tip orta ve ileri yaşta, büyük çoğunluğu erkekte; ağız tabanında, yumuşak damakta, dil kökünde. Hücrelerin sitoplazması vakuollüdür, örümcek ağı gibi görünür. Çocuktaki fetal tipi rabdomiyosarkomla karışabilir. Sağda iki tek satır: paragangliom en sık karotis cisimciğinde, hücreler yuvalar yapar; tendon kılıfının dev hücreli tümörü resmi slaytta var ama ağızda çok nadir.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Sarkomlar: ortak özellikler</a:t>
            </a:r>
          </a:p>
          <a:p/>
          <a:p>
            <a:r>
              <a:t>Üçüncü grup: sarkomlar, yumuşak dokunun kötü huylu tümörleri. Ağız ve çene bölgesinde nadirdir; Neville'e göre bu bölgedeki kanserlerin yüzde birinden azı. Lokal agresif büyür, önce çevre dokuyu yıkar. Karsinomların aksine lenf noduna az gider; uzak metastaz en sık akciğere. Risk etkenleri: yıllar önce alınmış radyoterapi, kronik travma, yanık skarı, metal implant ve kalıtsal hastalıklar, özellikle nörofibromatozis. Davranışını tipi, derecesi, boyutu, evresi ve cerrahi sınır belirler. Baş-boyunda geniş sınır bırakmak zor olduğu için yerel nüks sık.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Pleomorfik sarkom, fibrosarkom, liposarkom</a:t>
            </a:r>
          </a:p>
          <a:p/>
          <a:p>
            <a:r>
              <a:t>Lif ve yağ kökenli sarkomlar. İndiferansiye pleomorfik sarkom, eski adıyla malign fibröz histiyositom: yaşlı hastada, daha çok bacakta ve gövdede; baş-boyunda burun ve sinüslerde. Bir kısmı radyoterapiden yıllar sonra gelişir. Mikroskopta girdap gibi demetler ve tuhaf, çok çekirdekli dev hücreler. Fibrosarkom bugün bir dışlama tanısı: iğsi hücreler balık kılçığı deseninde dizilir. Liposarkom ağızda en sık dilde ve yanakta; ağızdakilerin üçte ikisi iyi diferansiye tip, lipoma benzer ama lipoblast ve atipik hücreler içerir; MDM2 ve CDK4 pozitif. Bir uyuşmazlık: resmi slayt en sık sarkom olarak pleomorfik sarkomu sayıyor. Neville 5'e göre bu eski bir bilgi; malign fibröz histiyositom denen tümörlerin çoğu başka sarkomlara ayrıldı ve bugün en sık sarkom liposarkom.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Sinir ve damar kökenli sarkomlar</a:t>
            </a:r>
          </a:p>
          <a:p/>
          <a:p>
            <a:r>
              <a:t>Sinir ve damar sarkomları. Malign periferik sinir kılıfı tümörü, eski adıyla malign schwannom: dörtte biri ile yarısı NF1'li hastalarda gelişir; bu yüzden NF1'de büyüyen bir kitle hemen biyopsi ister. Prognozu kötü. Olfaktör nöroblastom burun tavanında, koku epitelinden köken alır; adındaki nöroblastoma rağmen çocukta değil erişkinde görülür. Mikroskopta küçük, yuvarlak, mavi hücreler ve rozetler. Anjiyosarkom yaşlıda en sık saçlı deride ve alında; ağızda çok nadir. Erken dönemde morluk gibi görünür, bu yüzden tanı gecikir. Kaposi sarkomu HHV-8 ile ilişkili; dört formu var. Resmi slayt endemik formu HIV ve HHV-8 ile ilişkilendiriyor; Neville'e göre dört formun hepsinin etkeni HHV-8, HIV yalnız AIDS formunda. AIDS'li hastaların yaklaşık yüzde 70'inde ağız lezyonu olur, en sık sert damakta.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Kas kökenli sarkomlar ve diğerleri</a:t>
            </a:r>
          </a:p>
          <a:p/>
          <a:p>
            <a:r>
              <a:t>Son sarkom grubu. Leiomiyosarkom düz kas sarkomu; ağızda nadir, üçte biri alt çenede. Çekirdekler puro biçimli; on büyük büyütme alanında beş ya da daha fazla mitoz varsa malign kabul edilir. Rabdomiyosarkom çocukların sarkomu: çocukluk çağı yumuşak doku sarkomlarının yarısı, en sık baş-boyunda. Üç tipi var: embriyonal en sık ve ilk on yaşta, alveoler ergenlik ve gençlikte, pleomorfik erişkinde. Ağız içinde en sık damakta. Sinovyal sarkom eklem çevresinde görülür ama adına rağmen sinovyadan köken almaz; baş-boyunda en sık parafarenkste. Resmi slayt genellikle bifazik olduğunu söylüyor; Neville'e göre monofazik tip daha sık. Tanıyı SS18::SSX füzyonu koydurur. Alveoler yumuşak doku sarkomu nadir; çocukta en sık orbitada ve dilde; hücrelerde PAS pozitif kristaller görülür.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biyopsi sonucu</a:t>
            </a:r>
          </a:p>
          <a:p/>
          <a:p>
            <a:r>
              <a:t>Hastamıza yüzeysel bir biyopsi yapıldı. Rapor: yüzeyde psödoepitelyomatöz hiperplazi, invaziv karsinom dışlanamadı. Epitel aşağı doğru dallar yapıyor ve bu görüntü karsinoma benziyor. Şimdi tahmininizi yenileyin; sıradaki slaytta ilk tahminle karşılaştıracağız.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soru, aynı şıklar. Dersin başındaki dağılımı hatırlayın. (İki sonucu yan yana göster.)</a:t>
            </a:r>
          </a:p>
          <a:p/>
          <a:p>
            <a:r>
              <a:t>Doğru cevap: A) Granüler hücreli tümör.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Tanı: granüler hücreli tümör</a:t>
            </a:r>
          </a:p>
          <a:p/>
          <a:p>
            <a:r>
              <a:t>Kanıtları sırayla koyalım. Yer: dil sırtı; granüler hücreli tümörün en sık yeri, ama ağız kanserinin olağan yeri değil. Klinik: ağrısız, sert, sarımsı nodül, orta yaşta kadın. Yüzeysel biyopsi epitelin aşağı uzanan dallarını gösterdi; buna psödoepitelyomatöz hiperplazi diyoruz ve karsinoma çok benzer. Derin biyopsi altındaki asıl tümörü gösterdi: iri, granüler sitoplazmalı hücreler, S100 ve PAS pozitif. Patoloğun notu: Neville bu görüntü yüzünden karsinom tanısı konup gereksiz kanser ameliyatı yapılan hastalardan söz ediyor. Dil sırtındaki bir nodülde biyopsiyi derin alın ve istek formuna yeri ve kliniği yazın. Tedavi konservatif eksizyon; nüks nadir.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Eski ad, yeni ad ve resmi slaytta olmayanlar</a:t>
            </a:r>
          </a:p>
          <a:p/>
          <a:p>
            <a:r>
              <a:t>Zaman kalırsa.</a:t>
            </a:r>
          </a:p>
          <a:p>
            <a:r>
              <a:t>Zaman kalırsa; yoksa atlayın. Solda adı değişen tümörler; sınavda iki adı da görebilirsiniz. Sağda Neville'in bu bölümünde olup resmi slaytımızda olmayan konular: diş etinin reaktif lezyonları, protez hiperplazileri, MEN 2B, metastazlar. Bunlar quizde var; isteyen oradan çalışsın.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Hangi konu kafanızı karıştırdı? En büyük çıkan kelimeyle hemen sonraki derse, tükürük bezlerine başlayacağım.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Kaynaklar burada. Evde tekrar için quiz: Neville'in örnek sınav soruları Türkçe, cevap açıklamalı; isteyen karekodu okutup çözsün. İlk üçü gelecek derste burada anarım. On dakika ara; sonra tükürük bezleri. Telefonlarınızı kapatmayın: aynı adla 'Sıradaki derse geç' düğmesi çıkacak.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Yumuşak Doku Hastalıkları</dc:title>
  <dc:subject>4. Sınıf Patoloji · 17 Kasım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